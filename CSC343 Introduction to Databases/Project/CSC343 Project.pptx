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63"/>
  </p:normalViewPr>
  <p:slideViewPr>
    <p:cSldViewPr snapToGrid="0" snapToObjects="1">
      <p:cViewPr varScale="1">
        <p:scale>
          <a:sx n="117" d="100"/>
          <a:sy n="117" d="100"/>
        </p:scale>
        <p:origin x="3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524000"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524000" y="3943232"/>
            <a:ext cx="9144000" cy="1655762"/>
          </a:xfrm>
        </p:spPr>
        <p:txBody>
          <a:bodyPr>
            <a:normAutofit/>
          </a:bodyPr>
          <a:lstStyle>
            <a:lvl1pPr marL="0" indent="0" algn="ctr">
              <a:lnSpc>
                <a:spcPts val="32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C1D965B-87A4-4F43-BE02-800BCCDF42EF}"/>
              </a:ext>
            </a:extLst>
          </p:cNvPr>
          <p:cNvSpPr>
            <a:spLocks noGrp="1"/>
          </p:cNvSpPr>
          <p:nvPr>
            <p:ph type="dt" sz="half" idx="10"/>
          </p:nvPr>
        </p:nvSpPr>
        <p:spPr>
          <a:xfrm>
            <a:off x="420624" y="6217920"/>
            <a:ext cx="2743200" cy="640080"/>
          </a:xfrm>
        </p:spPr>
        <p:txBody>
          <a:bodyPr anchor="ctr" anchorCtr="0"/>
          <a:lstStyle/>
          <a:p>
            <a:fld id="{403CB87E-4591-47A1-9046-CF63F17215EF}" type="datetime2">
              <a:rPr lang="en-US" smtClean="0"/>
              <a:t>Friday, November 27, 2020</a:t>
            </a:fld>
            <a:endParaRPr lang="en-US" dirty="0"/>
          </a:p>
        </p:txBody>
      </p:sp>
      <p:sp>
        <p:nvSpPr>
          <p:cNvPr id="5" name="Footer Placeholder 4">
            <a:extLst>
              <a:ext uri="{FF2B5EF4-FFF2-40B4-BE49-F238E27FC236}">
                <a16:creationId xmlns:a16="http://schemas.microsoft.com/office/drawing/2014/main" id="{389ED35B-CBF1-40D9-BAA7-CF9E1E22B8FC}"/>
              </a:ext>
            </a:extLst>
          </p:cNvPr>
          <p:cNvSpPr>
            <a:spLocks noGrp="1"/>
          </p:cNvSpPr>
          <p:nvPr>
            <p:ph type="ftr" sz="quarter" idx="11"/>
          </p:nvPr>
        </p:nvSpPr>
        <p:spPr>
          <a:xfrm>
            <a:off x="3767328" y="6217920"/>
            <a:ext cx="7196328" cy="640080"/>
          </a:xfrm>
        </p:spPr>
        <p:txBody>
          <a:bodyPr anchor="ctr" anchorCtr="0"/>
          <a:lstStyle/>
          <a:p>
            <a:r>
              <a:rPr lang="en-US" dirty="0"/>
              <a:t>Sample Footer Text</a:t>
            </a:r>
          </a:p>
        </p:txBody>
      </p:sp>
      <p:sp>
        <p:nvSpPr>
          <p:cNvPr id="6" name="Slide Number Placeholder 5">
            <a:extLst>
              <a:ext uri="{FF2B5EF4-FFF2-40B4-BE49-F238E27FC236}">
                <a16:creationId xmlns:a16="http://schemas.microsoft.com/office/drawing/2014/main" id="{3D26653A-450D-4BDE-8718-99F2D9314259}"/>
              </a:ext>
            </a:extLst>
          </p:cNvPr>
          <p:cNvSpPr>
            <a:spLocks noGrp="1"/>
          </p:cNvSpPr>
          <p:nvPr>
            <p:ph type="sldNum" sz="quarter" idx="12"/>
          </p:nvPr>
        </p:nvSpPr>
        <p:spPr>
          <a:xfrm>
            <a:off x="11503152" y="0"/>
            <a:ext cx="685800" cy="685800"/>
          </a:xfrm>
        </p:spPr>
        <p:txBody>
          <a:bodyPr/>
          <a:lstStyle>
            <a:lvl1pPr algn="ctr">
              <a:defRPr/>
            </a:lvl1pPr>
          </a:lstStyle>
          <a:p>
            <a:fld id="{3A4F6043-7A67-491B-98BC-F933DED7226D}" type="slidenum">
              <a:rPr lang="en-US" smtClean="0"/>
              <a:t>‹#›</a:t>
            </a:fld>
            <a:endParaRPr lang="en-US"/>
          </a:p>
        </p:txBody>
      </p:sp>
    </p:spTree>
    <p:extLst>
      <p:ext uri="{BB962C8B-B14F-4D97-AF65-F5344CB8AC3E}">
        <p14:creationId xmlns:p14="http://schemas.microsoft.com/office/powerpoint/2010/main" val="3205267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a:xfrm>
            <a:off x="420624" y="365125"/>
            <a:ext cx="10543032" cy="1325563"/>
          </a:xfrm>
        </p:spPr>
        <p:txBody>
          <a:bodyPr>
            <a:normAutofit/>
          </a:bodyPr>
          <a:lstStyle>
            <a:lvl1pPr>
              <a:lnSpc>
                <a:spcPct val="90000"/>
              </a:lnSpc>
              <a:defRPr sz="5200"/>
            </a:lvl1pPr>
          </a:lstStyle>
          <a:p>
            <a:r>
              <a:rPr lang="en-US" dirty="0"/>
              <a:t>Click to edit Master title style</a:t>
            </a:r>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5" y="1825625"/>
            <a:ext cx="10543031" cy="4206383"/>
          </a:xfrm>
        </p:spPr>
        <p:txBody>
          <a:bodyPr/>
          <a:lstStyle>
            <a:lvl1pPr>
              <a:defRPr sz="2400"/>
            </a:lvl1pPr>
            <a:lvl2pPr>
              <a:defRPr sz="22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8D1A7D4-E57E-4789-896B-B2A051BF94F6}"/>
              </a:ext>
            </a:extLst>
          </p:cNvPr>
          <p:cNvSpPr>
            <a:spLocks noGrp="1"/>
          </p:cNvSpPr>
          <p:nvPr>
            <p:ph type="dt" sz="half" idx="10"/>
          </p:nvPr>
        </p:nvSpPr>
        <p:spPr>
          <a:xfrm>
            <a:off x="420624" y="6217920"/>
            <a:ext cx="2743200" cy="640080"/>
          </a:xfrm>
        </p:spPr>
        <p:txBody>
          <a:bodyPr/>
          <a:lstStyle>
            <a:lvl1pPr>
              <a:defRPr>
                <a:solidFill>
                  <a:schemeClr val="tx2"/>
                </a:solidFill>
              </a:defRPr>
            </a:lvl1pPr>
          </a:lstStyle>
          <a:p>
            <a:fld id="{F33DE70B-B772-416E-A790-995760B1742E}" type="datetime2">
              <a:rPr lang="en-US" smtClean="0"/>
              <a:t>Friday, November 27, 2020</a:t>
            </a:fld>
            <a:endParaRPr lang="en-US" dirty="0"/>
          </a:p>
        </p:txBody>
      </p:sp>
      <p:sp>
        <p:nvSpPr>
          <p:cNvPr id="5" name="Footer Placeholder 4">
            <a:extLst>
              <a:ext uri="{FF2B5EF4-FFF2-40B4-BE49-F238E27FC236}">
                <a16:creationId xmlns:a16="http://schemas.microsoft.com/office/drawing/2014/main" id="{A07B63EE-3B35-4F8A-BDA3-E778BFE14CA1}"/>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C8339EF2-7937-4C30-A883-7F7BD02802BC}"/>
              </a:ext>
            </a:extLst>
          </p:cNvPr>
          <p:cNvSpPr>
            <a:spLocks noGrp="1"/>
          </p:cNvSpPr>
          <p:nvPr>
            <p:ph type="sldNum" sz="quarter" idx="12"/>
          </p:nvPr>
        </p:nvSpPr>
        <p:spPr/>
        <p:txBody>
          <a:bodyPr/>
          <a:lstStyle>
            <a:lvl1pPr algn="ctr">
              <a:defRPr>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639944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43032"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43032" cy="1500187"/>
          </a:xfrm>
        </p:spPr>
        <p:txBody>
          <a:bodyPr>
            <a:no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64E2B4-314C-4D4F-8938-E437A2EF527B}"/>
              </a:ext>
            </a:extLst>
          </p:cNvPr>
          <p:cNvSpPr>
            <a:spLocks noGrp="1"/>
          </p:cNvSpPr>
          <p:nvPr>
            <p:ph type="dt" sz="half" idx="10"/>
          </p:nvPr>
        </p:nvSpPr>
        <p:spPr/>
        <p:txBody>
          <a:bodyPr/>
          <a:lstStyle/>
          <a:p>
            <a:fld id="{76760CDE-A6F1-4138-AF12-ED09E8E5FB6B}" type="datetime2">
              <a:rPr lang="en-US" smtClean="0"/>
              <a:t>Friday, November 27, 2020</a:t>
            </a:fld>
            <a:endParaRPr lang="en-US"/>
          </a:p>
        </p:txBody>
      </p:sp>
      <p:sp>
        <p:nvSpPr>
          <p:cNvPr id="5" name="Footer Placeholder 4">
            <a:extLst>
              <a:ext uri="{FF2B5EF4-FFF2-40B4-BE49-F238E27FC236}">
                <a16:creationId xmlns:a16="http://schemas.microsoft.com/office/drawing/2014/main" id="{72442F23-6986-4A36-97F0-13F305A2DEBF}"/>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94BA1B9-2423-42BD-A553-DC5703F6243F}"/>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985695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a:xfrm>
            <a:off x="420624" y="365125"/>
            <a:ext cx="10543032" cy="1325563"/>
          </a:xfrm>
        </p:spPr>
        <p:txBody>
          <a:bodyPr>
            <a:normAutofit/>
          </a:bodyPr>
          <a:lstStyle>
            <a:lvl1pPr>
              <a:defRPr sz="5200"/>
            </a:lvl1pPr>
          </a:lstStyle>
          <a:p>
            <a:r>
              <a:rPr lang="en-US" dirty="0"/>
              <a:t>Click to edit Master title style</a:t>
            </a:r>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599176" cy="4206382"/>
          </a:xfrm>
        </p:spPr>
        <p:txBody>
          <a:bodyPr/>
          <a:lstStyle>
            <a:lvl1pPr marL="457200" indent="-457200">
              <a:buFont typeface="Wingdings 2" panose="05020102010507070707" pitchFamily="18" charset="2"/>
              <a:buChar char="¬"/>
              <a:defRPr/>
            </a:lvl1pPr>
            <a:lvl2pPr marL="800100" indent="-342900">
              <a:buFont typeface="Wingdings 2" panose="05020102010507070707" pitchFamily="18" charset="2"/>
              <a:buChar char="¬"/>
              <a:defRPr/>
            </a:lvl2pPr>
            <a:lvl3pPr marL="1257300" indent="-342900">
              <a:buFont typeface="Wingdings 2" panose="05020102010507070707" pitchFamily="18" charset="2"/>
              <a:buChar char="¬"/>
              <a:defRPr/>
            </a:lvl3pPr>
            <a:lvl4pPr marL="1657350" indent="-285750">
              <a:buFont typeface="Wingdings 2" panose="05020102010507070707" pitchFamily="18" charset="2"/>
              <a:buChar char="¬"/>
              <a:defRPr/>
            </a:lvl4pPr>
            <a:lvl5pPr marL="2114550" indent="-285750">
              <a:buFont typeface="Wingdings 2" panose="05020102010507070707" pitchFamily="18"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6172200" y="1825625"/>
            <a:ext cx="479145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FA1B49-6AAA-4DA7-970F-B75899F1AB51}"/>
              </a:ext>
            </a:extLst>
          </p:cNvPr>
          <p:cNvSpPr>
            <a:spLocks noGrp="1"/>
          </p:cNvSpPr>
          <p:nvPr>
            <p:ph type="dt" sz="half" idx="10"/>
          </p:nvPr>
        </p:nvSpPr>
        <p:spPr/>
        <p:txBody>
          <a:bodyPr/>
          <a:lstStyle/>
          <a:p>
            <a:fld id="{DB15F8B1-DB7B-4D28-A97D-40FB2DD1EF78}" type="datetime2">
              <a:rPr lang="en-US" smtClean="0"/>
              <a:t>Friday, November 27, 2020</a:t>
            </a:fld>
            <a:endParaRPr lang="en-US"/>
          </a:p>
        </p:txBody>
      </p:sp>
      <p:sp>
        <p:nvSpPr>
          <p:cNvPr id="6" name="Footer Placeholder 5">
            <a:extLst>
              <a:ext uri="{FF2B5EF4-FFF2-40B4-BE49-F238E27FC236}">
                <a16:creationId xmlns:a16="http://schemas.microsoft.com/office/drawing/2014/main" id="{DEE3649A-B9A2-4737-B47E-758DC140688B}"/>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250C1407-C705-451C-878E-8175DCCD500D}"/>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7060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0624" y="365125"/>
            <a:ext cx="10543032" cy="1325563"/>
          </a:xfrm>
        </p:spPr>
        <p:txBody>
          <a:bodyPr>
            <a:normAutofit/>
          </a:bodyPr>
          <a:lstStyle>
            <a:lvl1pPr>
              <a:defRPr sz="5200"/>
            </a:lvl1pPr>
          </a:lstStyle>
          <a:p>
            <a:r>
              <a:rPr lang="en-US" dirty="0"/>
              <a:t>Click to edit Master title style</a:t>
            </a:r>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0624" y="1681163"/>
            <a:ext cx="554969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0624" y="2505075"/>
            <a:ext cx="554969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970321" y="1681163"/>
            <a:ext cx="4993335"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970321" y="2505075"/>
            <a:ext cx="4993335" cy="3526932"/>
          </a:xfrm>
        </p:spPr>
        <p:txBody>
          <a:bodyPr/>
          <a:lstStyle>
            <a:lvl1pPr>
              <a:defRPr sz="2400"/>
            </a:lvl1pPr>
            <a:lvl2pPr>
              <a:defRPr sz="22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6A6298F3-0AEC-4811-99A4-B78AE3A70B1E}"/>
              </a:ext>
            </a:extLst>
          </p:cNvPr>
          <p:cNvSpPr>
            <a:spLocks noGrp="1"/>
          </p:cNvSpPr>
          <p:nvPr>
            <p:ph type="dt" sz="half" idx="10"/>
          </p:nvPr>
        </p:nvSpPr>
        <p:spPr>
          <a:xfrm>
            <a:off x="420624" y="6217920"/>
            <a:ext cx="2743200" cy="640080"/>
          </a:xfrm>
        </p:spPr>
        <p:txBody>
          <a:bodyPr/>
          <a:lstStyle/>
          <a:p>
            <a:fld id="{14039161-23B8-4738-9069-73EBE8884FDD}" type="datetime2">
              <a:rPr lang="en-US" smtClean="0"/>
              <a:t>Friday, November 27, 2020</a:t>
            </a:fld>
            <a:endParaRPr lang="en-US"/>
          </a:p>
        </p:txBody>
      </p:sp>
      <p:sp>
        <p:nvSpPr>
          <p:cNvPr id="8" name="Footer Placeholder 7">
            <a:extLst>
              <a:ext uri="{FF2B5EF4-FFF2-40B4-BE49-F238E27FC236}">
                <a16:creationId xmlns:a16="http://schemas.microsoft.com/office/drawing/2014/main" id="{AA7690B4-8A9A-4717-8B0B-2C921292656C}"/>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5328F00A-44BE-4E0A-B1CE-1FC489654F71}"/>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4136215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43032" cy="1325563"/>
          </a:xfrm>
        </p:spPr>
        <p:txBody>
          <a:bodyPr>
            <a:normAutofit/>
          </a:bodyPr>
          <a:lstStyle>
            <a:lvl1pPr>
              <a:defRPr sz="5200"/>
            </a:lvl1pPr>
          </a:lstStyle>
          <a:p>
            <a:r>
              <a:rPr lang="en-US" dirty="0"/>
              <a:t>Click to edit Master title style</a:t>
            </a:r>
          </a:p>
        </p:txBody>
      </p:sp>
      <p:sp>
        <p:nvSpPr>
          <p:cNvPr id="3" name="Date Placeholder 2">
            <a:extLst>
              <a:ext uri="{FF2B5EF4-FFF2-40B4-BE49-F238E27FC236}">
                <a16:creationId xmlns:a16="http://schemas.microsoft.com/office/drawing/2014/main" id="{D443A871-5A76-4349-99F0-C46C77380477}"/>
              </a:ext>
            </a:extLst>
          </p:cNvPr>
          <p:cNvSpPr>
            <a:spLocks noGrp="1"/>
          </p:cNvSpPr>
          <p:nvPr>
            <p:ph type="dt" sz="half" idx="10"/>
          </p:nvPr>
        </p:nvSpPr>
        <p:spPr/>
        <p:txBody>
          <a:bodyPr/>
          <a:lstStyle/>
          <a:p>
            <a:fld id="{FA994D44-7693-499F-AC6C-11696134FE3F}" type="datetime2">
              <a:rPr lang="en-US" smtClean="0"/>
              <a:t>Friday, November 27, 2020</a:t>
            </a:fld>
            <a:endParaRPr lang="en-US"/>
          </a:p>
        </p:txBody>
      </p:sp>
      <p:sp>
        <p:nvSpPr>
          <p:cNvPr id="4" name="Footer Placeholder 3">
            <a:extLst>
              <a:ext uri="{FF2B5EF4-FFF2-40B4-BE49-F238E27FC236}">
                <a16:creationId xmlns:a16="http://schemas.microsoft.com/office/drawing/2014/main" id="{F472E803-8BD9-40A2-8389-C19DA11480E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F05414ED-B772-4B84-813E-E34C9A97C053}"/>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221873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562BDD-CBFF-4046-A6B2-A9ECCB7EA144}"/>
              </a:ext>
            </a:extLst>
          </p:cNvPr>
          <p:cNvSpPr>
            <a:spLocks noGrp="1"/>
          </p:cNvSpPr>
          <p:nvPr>
            <p:ph type="dt" sz="half" idx="10"/>
          </p:nvPr>
        </p:nvSpPr>
        <p:spPr/>
        <p:txBody>
          <a:bodyPr/>
          <a:lstStyle/>
          <a:p>
            <a:fld id="{363AF2AE-472C-4EF3-ABB2-24BAA9AE3CF7}" type="datetime2">
              <a:rPr lang="en-US" smtClean="0"/>
              <a:t>Friday, November 27, 2020</a:t>
            </a:fld>
            <a:endParaRPr lang="en-US"/>
          </a:p>
        </p:txBody>
      </p:sp>
      <p:sp>
        <p:nvSpPr>
          <p:cNvPr id="3" name="Footer Placeholder 2">
            <a:extLst>
              <a:ext uri="{FF2B5EF4-FFF2-40B4-BE49-F238E27FC236}">
                <a16:creationId xmlns:a16="http://schemas.microsoft.com/office/drawing/2014/main" id="{4690B5F6-6C28-4A86-AFD0-D7F93D461945}"/>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75910D5C-1634-451B-8D99-4D47EB3A11E7}"/>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4293014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43032" cy="1600200"/>
          </a:xfrm>
        </p:spPr>
        <p:txBody>
          <a:bodyPr anchor="b">
            <a:noAutofit/>
          </a:bodyPr>
          <a:lstStyle>
            <a:lvl1pPr>
              <a:defRPr sz="5200">
                <a:latin typeface="Dante (Headings)2"/>
              </a:defRPr>
            </a:lvl1pPr>
          </a:lstStyle>
          <a:p>
            <a:r>
              <a:rPr lang="en-US" dirty="0"/>
              <a:t>Click to edit Master title style</a:t>
            </a:r>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5183188" y="2199340"/>
            <a:ext cx="5780468"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4489180"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94813E-250B-4422-AE46-5E1AB964A417}"/>
              </a:ext>
            </a:extLst>
          </p:cNvPr>
          <p:cNvSpPr>
            <a:spLocks noGrp="1"/>
          </p:cNvSpPr>
          <p:nvPr>
            <p:ph type="dt" sz="half" idx="10"/>
          </p:nvPr>
        </p:nvSpPr>
        <p:spPr>
          <a:xfrm>
            <a:off x="420624" y="6217920"/>
            <a:ext cx="2743200" cy="640080"/>
          </a:xfrm>
        </p:spPr>
        <p:txBody>
          <a:bodyPr/>
          <a:lstStyle/>
          <a:p>
            <a:fld id="{EAEA162C-A7C1-4263-9453-1BAFF8C39559}" type="datetime2">
              <a:rPr lang="en-US" smtClean="0"/>
              <a:t>Friday, November 27, 2020</a:t>
            </a:fld>
            <a:endParaRPr lang="en-US"/>
          </a:p>
        </p:txBody>
      </p:sp>
      <p:sp>
        <p:nvSpPr>
          <p:cNvPr id="6" name="Footer Placeholder 5">
            <a:extLst>
              <a:ext uri="{FF2B5EF4-FFF2-40B4-BE49-F238E27FC236}">
                <a16:creationId xmlns:a16="http://schemas.microsoft.com/office/drawing/2014/main" id="{61CB5B81-E9CC-45F3-8EF1-35D2C8FF155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F5DA7E97-5A73-4602-9582-6CDACB9185F3}"/>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249784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4489180" cy="1600200"/>
          </a:xfrm>
        </p:spPr>
        <p:txBody>
          <a:bodyPr anchor="b">
            <a:norm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5183188"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4489180"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BAF6305-9768-4792-866C-91238D45695D}"/>
              </a:ext>
            </a:extLst>
          </p:cNvPr>
          <p:cNvSpPr>
            <a:spLocks noGrp="1"/>
          </p:cNvSpPr>
          <p:nvPr>
            <p:ph type="dt" sz="half" idx="10"/>
          </p:nvPr>
        </p:nvSpPr>
        <p:spPr>
          <a:xfrm>
            <a:off x="420624" y="6217920"/>
            <a:ext cx="2743200" cy="640080"/>
          </a:xfrm>
        </p:spPr>
        <p:txBody>
          <a:bodyPr/>
          <a:lstStyle/>
          <a:p>
            <a:fld id="{64DF6793-3458-4587-8168-65F0C37A92D2}" type="datetime2">
              <a:rPr lang="en-US" smtClean="0"/>
              <a:t>Friday, November 27, 2020</a:t>
            </a:fld>
            <a:endParaRPr lang="en-US"/>
          </a:p>
        </p:txBody>
      </p:sp>
      <p:sp>
        <p:nvSpPr>
          <p:cNvPr id="6" name="Footer Placeholder 5">
            <a:extLst>
              <a:ext uri="{FF2B5EF4-FFF2-40B4-BE49-F238E27FC236}">
                <a16:creationId xmlns:a16="http://schemas.microsoft.com/office/drawing/2014/main" id="{2CDBF050-0FF1-499F-936E-FAAE50DC3D3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8902C2E-1542-46B4-85B1-7A4B3F7724FC}"/>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2033835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CB8191-8A0C-4077-9A2D-0255BF81A9D0}"/>
              </a:ext>
            </a:extLst>
          </p:cNvPr>
          <p:cNvSpPr>
            <a:spLocks noGrp="1"/>
          </p:cNvSpPr>
          <p:nvPr>
            <p:ph type="dt" sz="half" idx="10"/>
          </p:nvPr>
        </p:nvSpPr>
        <p:spPr/>
        <p:txBody>
          <a:bodyPr/>
          <a:lstStyle/>
          <a:p>
            <a:fld id="{2FA17F0E-8070-4DFE-A821-9A699EDBAD7E}" type="datetime2">
              <a:rPr lang="en-US" smtClean="0"/>
              <a:t>Friday, November 27, 2020</a:t>
            </a:fld>
            <a:endParaRPr lang="en-US"/>
          </a:p>
        </p:txBody>
      </p:sp>
      <p:sp>
        <p:nvSpPr>
          <p:cNvPr id="5" name="Footer Placeholder 4">
            <a:extLst>
              <a:ext uri="{FF2B5EF4-FFF2-40B4-BE49-F238E27FC236}">
                <a16:creationId xmlns:a16="http://schemas.microsoft.com/office/drawing/2014/main" id="{BF441B40-57AC-45F3-9AAC-DC2BEBB12184}"/>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B6D65F4-29FA-451A-878F-768E426A7EDA}"/>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1247819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1141D6-1E1A-4A54-A9B4-57F86865FC03}"/>
              </a:ext>
            </a:extLst>
          </p:cNvPr>
          <p:cNvSpPr>
            <a:spLocks noGrp="1"/>
          </p:cNvSpPr>
          <p:nvPr>
            <p:ph type="dt" sz="half" idx="10"/>
          </p:nvPr>
        </p:nvSpPr>
        <p:spPr/>
        <p:txBody>
          <a:bodyPr/>
          <a:lstStyle/>
          <a:p>
            <a:fld id="{D88D34AE-C7BF-46E5-A968-01C6641F6476}" type="datetime2">
              <a:rPr lang="en-US" smtClean="0"/>
              <a:t>Friday, November 27, 2020</a:t>
            </a:fld>
            <a:endParaRPr lang="en-US"/>
          </a:p>
        </p:txBody>
      </p:sp>
      <p:sp>
        <p:nvSpPr>
          <p:cNvPr id="5" name="Footer Placeholder 4">
            <a:extLst>
              <a:ext uri="{FF2B5EF4-FFF2-40B4-BE49-F238E27FC236}">
                <a16:creationId xmlns:a16="http://schemas.microsoft.com/office/drawing/2014/main" id="{E57541D6-4702-4421-AEB2-D6CA3AADBA4F}"/>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C3C9F43-CD60-4C38-94C9-0E6D3B7224FD}"/>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4150690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86836B-C327-49CB-ADF2-2E730C4A91BF}"/>
              </a:ext>
            </a:extLst>
          </p:cNvPr>
          <p:cNvSpPr/>
          <p:nvPr/>
        </p:nvSpPr>
        <p:spPr>
          <a:xfrm>
            <a:off x="0"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8310F61-136C-42B3-981B-FDE3DD0A8135}"/>
              </a:ext>
            </a:extLst>
          </p:cNvPr>
          <p:cNvSpPr/>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43032"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4303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fld id="{E8352ED3-3C46-4C9A-9738-67B2D875E7E2}" type="datetime2">
              <a:rPr lang="en-US" smtClean="0"/>
              <a:pPr/>
              <a:t>Friday, November 27, 2020</a:t>
            </a:fld>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070790127"/>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Wingdings 2" panose="05020102010507070707" pitchFamily="18" charset="2"/>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B3B2C43-5E36-4768-8319-6752D24B4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Rectangle 10">
            <a:extLst>
              <a:ext uri="{FF2B5EF4-FFF2-40B4-BE49-F238E27FC236}">
                <a16:creationId xmlns:a16="http://schemas.microsoft.com/office/drawing/2014/main" id="{B044326E-7BB3-4929-BE33-05CA64DBB2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731CF4E0-AA2D-43CA-A528-C52FB15824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2694F8-2787-6247-BADC-194A8FD37740}"/>
              </a:ext>
            </a:extLst>
          </p:cNvPr>
          <p:cNvSpPr>
            <a:spLocks noGrp="1"/>
          </p:cNvSpPr>
          <p:nvPr>
            <p:ph type="ctrTitle"/>
          </p:nvPr>
        </p:nvSpPr>
        <p:spPr>
          <a:xfrm>
            <a:off x="5989319" y="576263"/>
            <a:ext cx="5054196" cy="2967606"/>
          </a:xfrm>
        </p:spPr>
        <p:txBody>
          <a:bodyPr anchor="b">
            <a:normAutofit/>
          </a:bodyPr>
          <a:lstStyle/>
          <a:p>
            <a:pPr algn="l"/>
            <a:r>
              <a:rPr lang="en-US" sz="4800" dirty="0"/>
              <a:t>CSC343 Project</a:t>
            </a:r>
          </a:p>
        </p:txBody>
      </p:sp>
      <p:sp>
        <p:nvSpPr>
          <p:cNvPr id="3" name="Subtitle 2">
            <a:extLst>
              <a:ext uri="{FF2B5EF4-FFF2-40B4-BE49-F238E27FC236}">
                <a16:creationId xmlns:a16="http://schemas.microsoft.com/office/drawing/2014/main" id="{03E457C8-5BE1-FD46-8B60-2D7F65FA48FD}"/>
              </a:ext>
            </a:extLst>
          </p:cNvPr>
          <p:cNvSpPr>
            <a:spLocks noGrp="1"/>
          </p:cNvSpPr>
          <p:nvPr>
            <p:ph type="subTitle" idx="1"/>
          </p:nvPr>
        </p:nvSpPr>
        <p:spPr>
          <a:xfrm>
            <a:off x="5989319" y="3764975"/>
            <a:ext cx="5054196" cy="2192683"/>
          </a:xfrm>
        </p:spPr>
        <p:txBody>
          <a:bodyPr>
            <a:normAutofit/>
          </a:bodyPr>
          <a:lstStyle/>
          <a:p>
            <a:pPr algn="l"/>
            <a:r>
              <a:rPr lang="en-US" sz="2200" dirty="0"/>
              <a:t>Ruijia Wang</a:t>
            </a:r>
          </a:p>
        </p:txBody>
      </p:sp>
      <p:pic>
        <p:nvPicPr>
          <p:cNvPr id="4" name="Picture 3">
            <a:extLst>
              <a:ext uri="{FF2B5EF4-FFF2-40B4-BE49-F238E27FC236}">
                <a16:creationId xmlns:a16="http://schemas.microsoft.com/office/drawing/2014/main" id="{EF226763-1007-4549-A9D1-5982F6DCF4EB}"/>
              </a:ext>
            </a:extLst>
          </p:cNvPr>
          <p:cNvPicPr>
            <a:picLocks noChangeAspect="1"/>
          </p:cNvPicPr>
          <p:nvPr/>
        </p:nvPicPr>
        <p:blipFill rotWithShape="1">
          <a:blip r:embed="rId2"/>
          <a:srcRect l="2674" r="43925" b="-1"/>
          <a:stretch/>
        </p:blipFill>
        <p:spPr>
          <a:xfrm>
            <a:off x="-6472" y="10"/>
            <a:ext cx="5486394" cy="6857982"/>
          </a:xfrm>
          <a:prstGeom prst="rect">
            <a:avLst/>
          </a:prstGeom>
        </p:spPr>
      </p:pic>
      <p:sp>
        <p:nvSpPr>
          <p:cNvPr id="15" name="Rectangle 14">
            <a:extLst>
              <a:ext uri="{FF2B5EF4-FFF2-40B4-BE49-F238E27FC236}">
                <a16:creationId xmlns:a16="http://schemas.microsoft.com/office/drawing/2014/main" id="{3B083774-A903-4B1B-BC6A-94C1F048E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479921" y="0"/>
            <a:ext cx="287517" cy="6857992"/>
          </a:xfrm>
          <a:prstGeom prst="rect">
            <a:avLst/>
          </a:prstGeom>
          <a:solidFill>
            <a:srgbClr val="B09262">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cxnSp>
        <p:nvCxnSpPr>
          <p:cNvPr id="17" name="Straight Connector 16">
            <a:extLst>
              <a:ext uri="{FF2B5EF4-FFF2-40B4-BE49-F238E27FC236}">
                <a16:creationId xmlns:a16="http://schemas.microsoft.com/office/drawing/2014/main" id="{5D5FB189-1F48-4A47-B036-6AF7E11A8E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504676" y="-14198"/>
            <a:ext cx="0" cy="6858000"/>
          </a:xfrm>
          <a:prstGeom prst="line">
            <a:avLst/>
          </a:prstGeom>
          <a:ln w="9525" cap="rnd">
            <a:solidFill>
              <a:srgbClr val="B09262"/>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5B335DD-3163-4EC5-8B6B-2AB53E64D1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B09262"/>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0658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1C032-8363-DC4E-9CD0-BB4D9A34B6A9}"/>
              </a:ext>
            </a:extLst>
          </p:cNvPr>
          <p:cNvSpPr>
            <a:spLocks noGrp="1"/>
          </p:cNvSpPr>
          <p:nvPr>
            <p:ph type="title"/>
          </p:nvPr>
        </p:nvSpPr>
        <p:spPr/>
        <p:txBody>
          <a:bodyPr/>
          <a:lstStyle/>
          <a:p>
            <a:r>
              <a:rPr lang="en-US" dirty="0"/>
              <a:t>Domain</a:t>
            </a:r>
          </a:p>
        </p:txBody>
      </p:sp>
      <p:sp>
        <p:nvSpPr>
          <p:cNvPr id="3" name="Content Placeholder 2">
            <a:extLst>
              <a:ext uri="{FF2B5EF4-FFF2-40B4-BE49-F238E27FC236}">
                <a16:creationId xmlns:a16="http://schemas.microsoft.com/office/drawing/2014/main" id="{F3D1326F-41CE-E34C-BA7F-28271A01510F}"/>
              </a:ext>
            </a:extLst>
          </p:cNvPr>
          <p:cNvSpPr>
            <a:spLocks noGrp="1"/>
          </p:cNvSpPr>
          <p:nvPr>
            <p:ph idx="1"/>
          </p:nvPr>
        </p:nvSpPr>
        <p:spPr/>
        <p:txBody>
          <a:bodyPr/>
          <a:lstStyle/>
          <a:p>
            <a:r>
              <a:rPr lang="en-US" dirty="0"/>
              <a:t>League of Legends is often cited as the world's largest </a:t>
            </a:r>
            <a:r>
              <a:rPr lang="en-US" dirty="0" err="1"/>
              <a:t>esport</a:t>
            </a:r>
            <a:r>
              <a:rPr lang="en-US" dirty="0"/>
              <a:t>. I recorded all the teams, players that involved in matches of semi-finals and finals.</a:t>
            </a:r>
          </a:p>
          <a:p>
            <a:endParaRPr lang="en-US" dirty="0"/>
          </a:p>
        </p:txBody>
      </p:sp>
      <p:pic>
        <p:nvPicPr>
          <p:cNvPr id="1030" name="Picture 6" descr="League of Legends - Wikipedia">
            <a:extLst>
              <a:ext uri="{FF2B5EF4-FFF2-40B4-BE49-F238E27FC236}">
                <a16:creationId xmlns:a16="http://schemas.microsoft.com/office/drawing/2014/main" id="{4D65A96C-CB1C-0D43-9855-A08891BCBD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1800" y="2896158"/>
            <a:ext cx="8029575" cy="3064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77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05D13-065A-8F41-8505-9DD4931E9B7F}"/>
              </a:ext>
            </a:extLst>
          </p:cNvPr>
          <p:cNvSpPr>
            <a:spLocks noGrp="1"/>
          </p:cNvSpPr>
          <p:nvPr>
            <p:ph type="title"/>
          </p:nvPr>
        </p:nvSpPr>
        <p:spPr/>
        <p:txBody>
          <a:bodyPr/>
          <a:lstStyle/>
          <a:p>
            <a:r>
              <a:rPr lang="en-US"/>
              <a:t>Result</a:t>
            </a:r>
            <a:endParaRPr lang="en-US" dirty="0"/>
          </a:p>
        </p:txBody>
      </p:sp>
      <p:sp>
        <p:nvSpPr>
          <p:cNvPr id="3" name="Content Placeholder 2">
            <a:extLst>
              <a:ext uri="{FF2B5EF4-FFF2-40B4-BE49-F238E27FC236}">
                <a16:creationId xmlns:a16="http://schemas.microsoft.com/office/drawing/2014/main" id="{653528D7-3696-1946-BD4A-1D139EA680C5}"/>
              </a:ext>
            </a:extLst>
          </p:cNvPr>
          <p:cNvSpPr>
            <a:spLocks noGrp="1"/>
          </p:cNvSpPr>
          <p:nvPr>
            <p:ph idx="1"/>
          </p:nvPr>
        </p:nvSpPr>
        <p:spPr/>
        <p:txBody>
          <a:bodyPr>
            <a:normAutofit lnSpcReduction="10000"/>
          </a:bodyPr>
          <a:lstStyle/>
          <a:p>
            <a:pPr lvl="0"/>
            <a:r>
              <a:rPr lang="en-GB" dirty="0"/>
              <a:t>Q1. Who are the youngest players that have won a world champion? </a:t>
            </a:r>
          </a:p>
          <a:p>
            <a:pPr marL="0" lvl="0" indent="0">
              <a:buNone/>
            </a:pPr>
            <a:r>
              <a:rPr lang="en-GB" dirty="0"/>
              <a:t>3 players that won a world champion at 17 years old and 1 player at 25 years old.</a:t>
            </a:r>
            <a:r>
              <a:rPr lang="en-CA" dirty="0"/>
              <a:t> </a:t>
            </a:r>
          </a:p>
          <a:p>
            <a:pPr lvl="0"/>
            <a:r>
              <a:rPr lang="en-GB" dirty="0"/>
              <a:t>Q2. Which two teams have the most fate with each other? In other words, which two teams meet each other mostly in World Championship matches and how many times do they meet?</a:t>
            </a:r>
          </a:p>
          <a:p>
            <a:pPr marL="0" indent="0">
              <a:buNone/>
            </a:pPr>
            <a:r>
              <a:rPr lang="en-GB" dirty="0"/>
              <a:t>two pairs of teams that faced each other twice in the world championship.</a:t>
            </a:r>
            <a:endParaRPr lang="en-CA" dirty="0"/>
          </a:p>
          <a:p>
            <a:pPr lvl="0"/>
            <a:r>
              <a:rPr lang="en-GB" dirty="0"/>
              <a:t>Q3. What is the name of the team that faced the most “tough games” in World Championships? “Tough game” is a match in which two teams have competed for the entire five rounds. Use each team's full name.</a:t>
            </a:r>
          </a:p>
          <a:p>
            <a:pPr marL="0" lvl="0" indent="0">
              <a:buNone/>
            </a:pPr>
            <a:r>
              <a:rPr lang="en-GB" dirty="0"/>
              <a:t>7 teams which had tough games and one team had 4 tough games in the history.</a:t>
            </a:r>
            <a:endParaRPr lang="en-CA" dirty="0"/>
          </a:p>
          <a:p>
            <a:endParaRPr lang="en-US" dirty="0"/>
          </a:p>
        </p:txBody>
      </p:sp>
    </p:spTree>
    <p:extLst>
      <p:ext uri="{BB962C8B-B14F-4D97-AF65-F5344CB8AC3E}">
        <p14:creationId xmlns:p14="http://schemas.microsoft.com/office/powerpoint/2010/main" val="2767477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E5C08-D691-544F-B854-8F90892860F7}"/>
              </a:ext>
            </a:extLst>
          </p:cNvPr>
          <p:cNvSpPr>
            <a:spLocks noGrp="1"/>
          </p:cNvSpPr>
          <p:nvPr>
            <p:ph type="title"/>
          </p:nvPr>
        </p:nvSpPr>
        <p:spPr/>
        <p:txBody>
          <a:bodyPr/>
          <a:lstStyle/>
          <a:p>
            <a:r>
              <a:rPr lang="en-US" dirty="0"/>
              <a:t>Fun fact!</a:t>
            </a:r>
          </a:p>
        </p:txBody>
      </p:sp>
      <p:sp>
        <p:nvSpPr>
          <p:cNvPr id="3" name="Content Placeholder 2">
            <a:extLst>
              <a:ext uri="{FF2B5EF4-FFF2-40B4-BE49-F238E27FC236}">
                <a16:creationId xmlns:a16="http://schemas.microsoft.com/office/drawing/2014/main" id="{C7F24C66-F9FE-5344-81C3-B481E4591A06}"/>
              </a:ext>
            </a:extLst>
          </p:cNvPr>
          <p:cNvSpPr>
            <a:spLocks noGrp="1"/>
          </p:cNvSpPr>
          <p:nvPr>
            <p:ph idx="1"/>
          </p:nvPr>
        </p:nvSpPr>
        <p:spPr/>
        <p:txBody>
          <a:bodyPr/>
          <a:lstStyle/>
          <a:p>
            <a:r>
              <a:rPr lang="en-US" dirty="0"/>
              <a:t>Korean teams won 6 out of 10 world championships</a:t>
            </a:r>
          </a:p>
          <a:p>
            <a:r>
              <a:rPr lang="en-US" dirty="0"/>
              <a:t>From out result</a:t>
            </a:r>
          </a:p>
          <a:p>
            <a:pPr lvl="1"/>
            <a:r>
              <a:rPr lang="en-US" dirty="0"/>
              <a:t>Q1: 3 out of 4 players are from Korean teams</a:t>
            </a:r>
          </a:p>
          <a:p>
            <a:pPr lvl="1"/>
            <a:r>
              <a:rPr lang="en-US" dirty="0"/>
              <a:t>Q2: 1 out of 2 teams are from Korean teams</a:t>
            </a:r>
          </a:p>
          <a:p>
            <a:pPr marL="457200" lvl="1" indent="0">
              <a:buNone/>
            </a:pPr>
            <a:endParaRPr lang="en-US" dirty="0"/>
          </a:p>
          <a:p>
            <a:r>
              <a:rPr lang="en-US" dirty="0"/>
              <a:t>SKT, a Korean team that won 3 out of 10 world championships</a:t>
            </a:r>
          </a:p>
          <a:p>
            <a:pPr lvl="1"/>
            <a:r>
              <a:rPr lang="en-US" dirty="0"/>
              <a:t>Q3: SKT is the team that faced 4 tough games</a:t>
            </a:r>
          </a:p>
          <a:p>
            <a:pPr lvl="1"/>
            <a:endParaRPr lang="en-US" dirty="0"/>
          </a:p>
          <a:p>
            <a:r>
              <a:rPr lang="en-US" dirty="0"/>
              <a:t>The results from the questions support the records.</a:t>
            </a:r>
          </a:p>
        </p:txBody>
      </p:sp>
    </p:spTree>
    <p:extLst>
      <p:ext uri="{BB962C8B-B14F-4D97-AF65-F5344CB8AC3E}">
        <p14:creationId xmlns:p14="http://schemas.microsoft.com/office/powerpoint/2010/main" val="1617543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5CF4D-67F5-164C-B431-ABB38A7490F4}"/>
              </a:ext>
            </a:extLst>
          </p:cNvPr>
          <p:cNvSpPr>
            <a:spLocks noGrp="1"/>
          </p:cNvSpPr>
          <p:nvPr>
            <p:ph type="title"/>
          </p:nvPr>
        </p:nvSpPr>
        <p:spPr/>
        <p:txBody>
          <a:bodyPr/>
          <a:lstStyle/>
          <a:p>
            <a:r>
              <a:rPr lang="en-US" dirty="0"/>
              <a:t>Evolution</a:t>
            </a:r>
          </a:p>
        </p:txBody>
      </p:sp>
      <p:sp>
        <p:nvSpPr>
          <p:cNvPr id="3" name="Content Placeholder 2">
            <a:extLst>
              <a:ext uri="{FF2B5EF4-FFF2-40B4-BE49-F238E27FC236}">
                <a16:creationId xmlns:a16="http://schemas.microsoft.com/office/drawing/2014/main" id="{24213541-7110-E346-94D4-F30EF2F5D5DB}"/>
              </a:ext>
            </a:extLst>
          </p:cNvPr>
          <p:cNvSpPr>
            <a:spLocks noGrp="1"/>
          </p:cNvSpPr>
          <p:nvPr>
            <p:ph idx="1"/>
          </p:nvPr>
        </p:nvSpPr>
        <p:spPr/>
        <p:txBody>
          <a:bodyPr/>
          <a:lstStyle/>
          <a:p>
            <a:r>
              <a:rPr lang="en-US" dirty="0"/>
              <a:t>Removal of redundant domains after learning the check statement</a:t>
            </a:r>
          </a:p>
          <a:p>
            <a:pPr lvl="1"/>
            <a:r>
              <a:rPr lang="en-US" dirty="0"/>
              <a:t>Remove domain for Score</a:t>
            </a:r>
          </a:p>
          <a:p>
            <a:pPr lvl="1"/>
            <a:r>
              <a:rPr lang="en-US" dirty="0"/>
              <a:t>Remove domain for Year</a:t>
            </a:r>
          </a:p>
          <a:p>
            <a:pPr lvl="1"/>
            <a:r>
              <a:rPr lang="en-US" dirty="0"/>
              <a:t>Check statement when creating table</a:t>
            </a:r>
          </a:p>
        </p:txBody>
      </p:sp>
    </p:spTree>
    <p:extLst>
      <p:ext uri="{BB962C8B-B14F-4D97-AF65-F5344CB8AC3E}">
        <p14:creationId xmlns:p14="http://schemas.microsoft.com/office/powerpoint/2010/main" val="1578152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ED8D2-CAC6-A34F-AA33-234C7FD1FB46}"/>
              </a:ext>
            </a:extLst>
          </p:cNvPr>
          <p:cNvSpPr>
            <a:spLocks noGrp="1"/>
          </p:cNvSpPr>
          <p:nvPr>
            <p:ph type="title"/>
          </p:nvPr>
        </p:nvSpPr>
        <p:spPr/>
        <p:txBody>
          <a:bodyPr/>
          <a:lstStyle/>
          <a:p>
            <a:r>
              <a:rPr lang="en-US" dirty="0"/>
              <a:t>Lessons</a:t>
            </a:r>
          </a:p>
        </p:txBody>
      </p:sp>
      <p:sp>
        <p:nvSpPr>
          <p:cNvPr id="3" name="Content Placeholder 2">
            <a:extLst>
              <a:ext uri="{FF2B5EF4-FFF2-40B4-BE49-F238E27FC236}">
                <a16:creationId xmlns:a16="http://schemas.microsoft.com/office/drawing/2014/main" id="{648A07CE-E378-1F4D-89B8-39334DD79535}"/>
              </a:ext>
            </a:extLst>
          </p:cNvPr>
          <p:cNvSpPr>
            <a:spLocks noGrp="1"/>
          </p:cNvSpPr>
          <p:nvPr>
            <p:ph idx="1"/>
          </p:nvPr>
        </p:nvSpPr>
        <p:spPr/>
        <p:txBody>
          <a:bodyPr/>
          <a:lstStyle/>
          <a:p>
            <a:r>
              <a:rPr lang="en-US" dirty="0"/>
              <a:t>Use constraint wisely.</a:t>
            </a:r>
          </a:p>
          <a:p>
            <a:pPr lvl="1"/>
            <a:r>
              <a:rPr lang="en-US" dirty="0"/>
              <a:t>For Q1, we need to find the age of all the players that participated finals but we set the birth year of the players to be 0 if not recorded. So we need to filter out these players or otherwise we have oldest players will be 2000 years old.</a:t>
            </a:r>
          </a:p>
          <a:p>
            <a:pPr lvl="1"/>
            <a:r>
              <a:rPr lang="en-US" dirty="0"/>
              <a:t>For Q3, we need to find matches that has score 3:2 or 2:3. Instead of searching these matches directly, which may be very complicated, I use score 1+ score 2 = 5 because of the constraint of scores.</a:t>
            </a:r>
          </a:p>
          <a:p>
            <a:pPr lvl="1"/>
            <a:endParaRPr lang="en-US" dirty="0"/>
          </a:p>
        </p:txBody>
      </p:sp>
    </p:spTree>
    <p:extLst>
      <p:ext uri="{BB962C8B-B14F-4D97-AF65-F5344CB8AC3E}">
        <p14:creationId xmlns:p14="http://schemas.microsoft.com/office/powerpoint/2010/main" val="1766515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1DE5B-1504-2646-AAB4-FA3A77B4825E}"/>
              </a:ext>
            </a:extLst>
          </p:cNvPr>
          <p:cNvSpPr>
            <a:spLocks noGrp="1"/>
          </p:cNvSpPr>
          <p:nvPr>
            <p:ph type="title"/>
          </p:nvPr>
        </p:nvSpPr>
        <p:spPr/>
        <p:txBody>
          <a:bodyPr/>
          <a:lstStyle/>
          <a:p>
            <a:r>
              <a:rPr lang="en-US" dirty="0"/>
              <a:t>Short Question</a:t>
            </a:r>
          </a:p>
        </p:txBody>
      </p:sp>
      <p:sp>
        <p:nvSpPr>
          <p:cNvPr id="3" name="Content Placeholder 2">
            <a:extLst>
              <a:ext uri="{FF2B5EF4-FFF2-40B4-BE49-F238E27FC236}">
                <a16:creationId xmlns:a16="http://schemas.microsoft.com/office/drawing/2014/main" id="{EE02B417-FE76-D340-B102-354BEA3B098D}"/>
              </a:ext>
            </a:extLst>
          </p:cNvPr>
          <p:cNvSpPr>
            <a:spLocks noGrp="1"/>
          </p:cNvSpPr>
          <p:nvPr>
            <p:ph idx="1"/>
          </p:nvPr>
        </p:nvSpPr>
        <p:spPr/>
        <p:txBody>
          <a:bodyPr/>
          <a:lstStyle/>
          <a:p>
            <a:r>
              <a:rPr lang="en-US" dirty="0"/>
              <a:t>What if we don’t have nice prepared data (.csv files etc.) to do SQL?</a:t>
            </a:r>
          </a:p>
        </p:txBody>
      </p:sp>
    </p:spTree>
    <p:extLst>
      <p:ext uri="{BB962C8B-B14F-4D97-AF65-F5344CB8AC3E}">
        <p14:creationId xmlns:p14="http://schemas.microsoft.com/office/powerpoint/2010/main" val="1644097334"/>
      </p:ext>
    </p:extLst>
  </p:cSld>
  <p:clrMapOvr>
    <a:masterClrMapping/>
  </p:clrMapOvr>
</p:sld>
</file>

<file path=ppt/theme/theme1.xml><?xml version="1.0" encoding="utf-8"?>
<a:theme xmlns:a="http://schemas.openxmlformats.org/drawingml/2006/main" name="OffsetVTI">
  <a:themeElements>
    <a:clrScheme name="Offic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docProps/app.xml><?xml version="1.0" encoding="utf-8"?>
<Properties xmlns="http://schemas.openxmlformats.org/officeDocument/2006/extended-properties" xmlns:vt="http://schemas.openxmlformats.org/officeDocument/2006/docPropsVTypes">
  <TotalTime>114</TotalTime>
  <Words>393</Words>
  <Application>Microsoft Macintosh PowerPoint</Application>
  <PresentationFormat>Widescreen</PresentationFormat>
  <Paragraphs>32</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Dante (Headings)2</vt:lpstr>
      <vt:lpstr>Arial</vt:lpstr>
      <vt:lpstr>Dante</vt:lpstr>
      <vt:lpstr>Helvetica Neue Medium</vt:lpstr>
      <vt:lpstr>Wingdings 2</vt:lpstr>
      <vt:lpstr>OffsetVTI</vt:lpstr>
      <vt:lpstr>CSC343 Project</vt:lpstr>
      <vt:lpstr>Domain</vt:lpstr>
      <vt:lpstr>Result</vt:lpstr>
      <vt:lpstr>Fun fact!</vt:lpstr>
      <vt:lpstr>Evolution</vt:lpstr>
      <vt:lpstr>Lessons</vt:lpstr>
      <vt:lpstr>Short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CSC343 Project</dc:title>
  <dc:creator>Ruijia Wang</dc:creator>
  <cp:lastModifiedBy>Ruijia Wang</cp:lastModifiedBy>
  <cp:revision>9</cp:revision>
  <dcterms:created xsi:type="dcterms:W3CDTF">2020-11-27T17:36:03Z</dcterms:created>
  <dcterms:modified xsi:type="dcterms:W3CDTF">2020-11-27T19:35:50Z</dcterms:modified>
</cp:coreProperties>
</file>